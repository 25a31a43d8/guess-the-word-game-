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Guess The Word Game in C++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Mini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Guess The Word is a simple console game.</a:t>
            </a:r>
          </a:p>
          <a:p>
            <a:r>
              <a:t>• Player guesses letters to find the hidden word.</a:t>
            </a:r>
          </a:p>
          <a:p>
            <a:r>
              <a:t>• The game gives limited attempts.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C++ Programming</a:t>
            </a:r>
          </a:p>
          <a:p>
            <a:r>
              <a:t>• Loops and Conditions</a:t>
            </a:r>
          </a:p>
          <a:p>
            <a:r>
              <a:t>• Arrays / Vectors</a:t>
            </a:r>
          </a:p>
          <a:p>
            <a:r>
              <a:t>• Random Number Generation</a:t>
            </a:r>
          </a:p>
          <a:p>
            <a:r>
              <a:t>• String Handling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Store words in a vector.</a:t>
            </a:r>
          </a:p>
          <a:p>
            <a:r>
              <a:t>2. Select a random word.</a:t>
            </a:r>
          </a:p>
          <a:p>
            <a:r>
              <a:t>3. Display blanks for hidden letters.</a:t>
            </a:r>
          </a:p>
          <a:p>
            <a:r>
              <a:t>4. Take user input.</a:t>
            </a:r>
          </a:p>
          <a:p>
            <a:r>
              <a:t>5. Check correct or wrong guess.</a:t>
            </a:r>
          </a:p>
          <a:p>
            <a:r>
              <a:t>6. End game when word is guessed or attempts finish.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&lt;iostream&gt;</a:t>
            </a:r>
          </a:p>
          <a:p>
            <a:r>
              <a:t>#include &lt;vector&gt;</a:t>
            </a:r>
          </a:p>
          <a:p>
            <a:r>
              <a:t>#include &lt;random&gt;</a:t>
            </a:r>
          </a:p>
          <a:p>
            <a:r>
              <a:t>using namespace std;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word selection</a:t>
            </a:r>
          </a:p>
          <a:p>
            <a:r>
              <a:t>• User-friendly interface</a:t>
            </a:r>
          </a:p>
          <a:p>
            <a:r>
              <a:t>• Multiple attempts</a:t>
            </a:r>
          </a:p>
          <a:p>
            <a:r>
              <a:t>• Win and lose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Improves logical thinking</a:t>
            </a:r>
          </a:p>
          <a:p>
            <a:r>
              <a:t>• Easy to understand</a:t>
            </a:r>
          </a:p>
          <a:p>
            <a:r>
              <a:t>• Useful for beginners in C++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Guess The Word game demonstrates the use of</a:t>
            </a:r>
          </a:p>
          <a:p>
            <a:r>
              <a:t>basic C++ concepts in an interactive 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